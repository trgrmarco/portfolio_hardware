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6" r:id="rId3"/>
    <p:sldId id="257" r:id="rId4"/>
    <p:sldId id="258" r:id="rId5"/>
    <p:sldId id="260" r:id="rId6"/>
    <p:sldId id="262" r:id="rId7"/>
    <p:sldId id="259" r:id="rId8"/>
    <p:sldId id="261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04636D-6F1D-D9F0-3F03-D803CBB720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2B9F28-B3AC-A578-E599-3A9CADE0B6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B9B528-76AE-61F3-D16F-CA75AE273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35552-CD35-4C37-8067-20E498CD469A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2EB395-168A-F0CB-7C89-C4483EA4E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9C3447-C3F1-8C83-8B59-AF32DA716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9B812-33CE-4544-B874-0D941312233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033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ABD785-B4F6-528B-2526-C9015519E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F3182D-D43E-2D44-F206-1312AC75C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A55F15-F455-2887-0108-E6420777C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35552-CD35-4C37-8067-20E498CD469A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F3EE7B-AD88-D64F-58CB-753879968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2BC707-4EB3-5ED1-E4F8-BEC9DD013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9B812-33CE-4544-B874-0D941312233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723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73EF3F-050C-5AF4-23B4-E91FECCE5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4B922F5-D37C-0F36-891A-091ECD089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5096DE-753E-BA90-B229-A0984DB59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35552-CD35-4C37-8067-20E498CD469A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76618E-64D1-CF38-5E7E-DAB5F1837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56A0F5-17F9-1455-F0D8-5636E6BB4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9B812-33CE-4544-B874-0D941312233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201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376C3D-D8F3-F346-6D1B-618B8F88B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89307C-AF2B-00C3-0E12-C4306ACD5A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91D2D6-1121-B4D8-1E66-200ADBB2C5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AB7F121-168D-92B8-B107-926630746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35552-CD35-4C37-8067-20E498CD469A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811027B-8DD9-C122-4CD3-02E5B7B17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97F4048-80FD-B242-599B-B1779BB36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9B812-33CE-4544-B874-0D941312233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364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43C54F-22BF-7C66-DCDB-1D8B4A8D4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2FDEAD-5446-05A3-5F9D-5311E1024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8624FA2-D78B-C3D9-2E43-86E301C86E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3C9D4A6-5189-9864-2044-CEC6E52BA9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7C08EEE-2579-AA49-0A7E-3320C7EEA2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A80CBA2-C981-0067-DF90-8A797C00E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35552-CD35-4C37-8067-20E498CD469A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80E4022-3710-2122-4C3C-440767A45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428C8E8-1100-23F1-A2AD-C46CA2B10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9B812-33CE-4544-B874-0D941312233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595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25C875-B617-7805-4667-410DBC806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ABA958B-3FBB-31E5-35C1-79B792444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35552-CD35-4C37-8067-20E498CD469A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8781C9A-D086-D3A5-FC43-2EDFFBBD3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C70A807-7633-C87A-E0CA-23D537EC5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9B812-33CE-4544-B874-0D941312233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856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79291D5-1BCC-9770-BB40-EAB536859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35552-CD35-4C37-8067-20E498CD469A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D2C979-6AC9-1742-13A1-7A45CD979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E9028FD-F51D-21E4-8269-BFE1A170C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9B812-33CE-4544-B874-0D941312233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258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0C7153-EA93-6E83-3E8D-9FA66132A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BC559F-CDDF-A8D6-DE74-121F92CBF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CAE7695-ADFA-5D72-9E38-E16F15B820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09044BB-8843-C18C-D4AC-6EEE3B7BE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35552-CD35-4C37-8067-20E498CD469A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3D10897-D337-7596-4601-8BC4059E8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42B11B4-7A5C-103A-F4AD-2B67C3FE4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9B812-33CE-4544-B874-0D941312233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625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57553F-BF7E-E3D8-FDE1-1DEFA23D7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E84130E-1819-E0ED-EEB7-4A673B8F84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1241D36-1A90-A5FD-8C37-85686C5361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A274B34-EBDD-38F5-D184-B051FAEBB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35552-CD35-4C37-8067-20E498CD469A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DB73FB1-D6B6-7427-64D4-68112343E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43D4D79-299E-7038-EBCA-66B88797E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9B812-33CE-4544-B874-0D941312233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379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6D56BA-D4A3-FC03-380B-C146E22A9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B9B7BD3-3EE8-5C1E-94EC-CF67FF7CA1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341A0A-FD7E-0E72-33DC-0FEA7F153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35552-CD35-4C37-8067-20E498CD469A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99431A-33FD-91A5-5452-153F67C02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601D46D-966F-B485-2DC4-D331AD3EC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9B812-33CE-4544-B874-0D941312233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522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4CDF275-E746-7A4B-01C8-4DC5765420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E38DCD8-9DB4-85B3-D838-39CF8D5FF6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CD6C6D5-EFB1-001F-0A6A-49F35CBF7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35552-CD35-4C37-8067-20E498CD469A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BA1B4A-5E68-A0C5-F213-AAFECBD3C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0DE982-60CD-76FA-2527-58DF4CB0A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9B812-33CE-4544-B874-0D941312233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412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FF32389-DA01-8AAF-C3C0-37C873EE0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A2A1E24-7049-3199-BAA8-07D4CAE03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CF079B-F519-697C-0C7B-8B7B98F1FD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535552-CD35-4C37-8067-20E498CD469A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406331-9150-A894-F99E-D7A42577D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79FA05-0E4F-B9E1-E559-D20844231D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F9B812-33CE-4544-B874-0D941312233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19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C2DA269-2564-E247-0A30-C105569A4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205" y="1709618"/>
            <a:ext cx="7171589" cy="283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343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7FAFA65-C28E-B31A-C37E-BB02BE68B665}"/>
              </a:ext>
            </a:extLst>
          </p:cNvPr>
          <p:cNvSpPr txBox="1"/>
          <p:nvPr/>
        </p:nvSpPr>
        <p:spPr>
          <a:xfrm>
            <a:off x="2320988" y="82613"/>
            <a:ext cx="72789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Calculo de impedancias 75 ohms</a:t>
            </a:r>
          </a:p>
          <a:p>
            <a:endParaRPr lang="es-MX" dirty="0"/>
          </a:p>
          <a:p>
            <a:endParaRPr lang="en-U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C63F4D8-0A4A-6BAB-CCE4-F763EBE14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91" y="544278"/>
            <a:ext cx="11681817" cy="623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297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05DA56A-CE39-5300-AD05-BE9A078DA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60529"/>
            <a:ext cx="11094716" cy="628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511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9B5DCD-FFAC-56A6-E82F-E37AD0664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2899"/>
            <a:ext cx="10515600" cy="5834063"/>
          </a:xfrm>
        </p:spPr>
        <p:txBody>
          <a:bodyPr/>
          <a:lstStyle/>
          <a:p>
            <a:r>
              <a:rPr lang="es-MX" dirty="0"/>
              <a:t>La longitud de la pista no importa mucho, esta solo te irá causando perdidas cuanta mas larga sea. </a:t>
            </a:r>
          </a:p>
          <a:p>
            <a:r>
              <a:rPr lang="es-MX" dirty="0"/>
              <a:t>El ancho de banda de la señal SDI tampoco afecta mucho a la impedancia calculada.</a:t>
            </a:r>
          </a:p>
          <a:p>
            <a:r>
              <a:rPr lang="es-MX" dirty="0"/>
              <a:t>Verificar en JLCPCB las capacidades de fabricación. </a:t>
            </a:r>
          </a:p>
          <a:p>
            <a:r>
              <a:rPr lang="es-MX" dirty="0"/>
              <a:t>Según la guía de diseño de Texas Instruments  “</a:t>
            </a:r>
            <a:r>
              <a:rPr lang="en-US" dirty="0"/>
              <a:t>A passive component of 0402-size requires a landing pad of about 20 mils x 25 mils, so a trace width of about 15 mils to 20 mils is optimal for the 75Ω SDI traces.”</a:t>
            </a:r>
          </a:p>
          <a:p>
            <a:r>
              <a:rPr lang="en-US" dirty="0"/>
              <a:t>En JLCPCB </a:t>
            </a:r>
            <a:r>
              <a:rPr lang="en-US" dirty="0" err="1"/>
              <a:t>especificar</a:t>
            </a:r>
            <a:r>
              <a:rPr lang="en-US" dirty="0"/>
              <a:t> la </a:t>
            </a:r>
            <a:r>
              <a:rPr lang="en-US" dirty="0" err="1"/>
              <a:t>configuración</a:t>
            </a:r>
            <a:r>
              <a:rPr lang="en-US" dirty="0"/>
              <a:t> de </a:t>
            </a:r>
            <a:r>
              <a:rPr lang="en-US" dirty="0" err="1"/>
              <a:t>capas</a:t>
            </a:r>
            <a:endParaRPr lang="en-US" dirty="0"/>
          </a:p>
          <a:p>
            <a:r>
              <a:rPr lang="es-ES" altLang="en-US" dirty="0">
                <a:latin typeface="inherit"/>
              </a:rPr>
              <a:t>Centrarse en </a:t>
            </a:r>
            <a:r>
              <a:rPr lang="es-ES" altLang="en-US">
                <a:latin typeface="inherit"/>
              </a:rPr>
              <a:t>el VCC ripple</a:t>
            </a:r>
            <a:r>
              <a:rPr lang="es-ES" altLang="en-US" dirty="0">
                <a:latin typeface="inherit"/>
              </a:rPr>
              <a:t> y el nivel de ruido de un diseño de potencia para componentes SDI puede marcar la diferencia entre un producto con un rendimiento aceptable y uno excelente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506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7EE2A0A-186D-026C-B422-FEA5C682E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802685"/>
            <a:ext cx="10994113" cy="502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096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A86DF0C-D285-EE35-3FCA-7B751A9B3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18" y="350108"/>
            <a:ext cx="10798629" cy="497082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CA7966A-746F-BF52-3028-9035E6256E23}"/>
              </a:ext>
            </a:extLst>
          </p:cNvPr>
          <p:cNvSpPr txBox="1"/>
          <p:nvPr/>
        </p:nvSpPr>
        <p:spPr>
          <a:xfrm>
            <a:off x="531223" y="5538651"/>
            <a:ext cx="102151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/>
              <a:t>Mínimo ancho de pistas = 0,10 mm (1Oz)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453889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FD5C04A-3997-40E2-DDAD-5CD48281491B}"/>
              </a:ext>
            </a:extLst>
          </p:cNvPr>
          <p:cNvSpPr/>
          <p:nvPr/>
        </p:nvSpPr>
        <p:spPr>
          <a:xfrm>
            <a:off x="1811825" y="932506"/>
            <a:ext cx="8047399" cy="44522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89FED09-22F1-818D-8874-82FE11CF3371}"/>
              </a:ext>
            </a:extLst>
          </p:cNvPr>
          <p:cNvSpPr/>
          <p:nvPr/>
        </p:nvSpPr>
        <p:spPr>
          <a:xfrm>
            <a:off x="1811825" y="2461033"/>
            <a:ext cx="8047399" cy="44522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560DBA0-5527-9084-AC4C-A4D80F902D5C}"/>
              </a:ext>
            </a:extLst>
          </p:cNvPr>
          <p:cNvSpPr/>
          <p:nvPr/>
        </p:nvSpPr>
        <p:spPr>
          <a:xfrm>
            <a:off x="1811824" y="3946510"/>
            <a:ext cx="8047399" cy="44522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99E0B92-3320-8D74-0710-595CB5847F1B}"/>
              </a:ext>
            </a:extLst>
          </p:cNvPr>
          <p:cNvSpPr/>
          <p:nvPr/>
        </p:nvSpPr>
        <p:spPr>
          <a:xfrm>
            <a:off x="1811824" y="5450896"/>
            <a:ext cx="8047399" cy="44522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3F88132-2ED4-A575-C072-6089B1AF7764}"/>
              </a:ext>
            </a:extLst>
          </p:cNvPr>
          <p:cNvSpPr txBox="1"/>
          <p:nvPr/>
        </p:nvSpPr>
        <p:spPr>
          <a:xfrm>
            <a:off x="4787774" y="970451"/>
            <a:ext cx="2616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Señal SDI</a:t>
            </a:r>
            <a:endParaRPr lang="en-U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5B90721-8317-4917-12AF-9F7C3EDF6D38}"/>
              </a:ext>
            </a:extLst>
          </p:cNvPr>
          <p:cNvSpPr txBox="1"/>
          <p:nvPr/>
        </p:nvSpPr>
        <p:spPr>
          <a:xfrm>
            <a:off x="4787773" y="2498978"/>
            <a:ext cx="2616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GND</a:t>
            </a:r>
            <a:endParaRPr lang="en-US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64C4487-2087-F163-5702-B155FB87116C}"/>
              </a:ext>
            </a:extLst>
          </p:cNvPr>
          <p:cNvSpPr txBox="1"/>
          <p:nvPr/>
        </p:nvSpPr>
        <p:spPr>
          <a:xfrm>
            <a:off x="4787773" y="3989560"/>
            <a:ext cx="2616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Capa 3 / VCC </a:t>
            </a:r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4C71407-A86E-C9CE-6EFD-DA02CB8A708E}"/>
              </a:ext>
            </a:extLst>
          </p:cNvPr>
          <p:cNvSpPr txBox="1"/>
          <p:nvPr/>
        </p:nvSpPr>
        <p:spPr>
          <a:xfrm>
            <a:off x="4787772" y="5487820"/>
            <a:ext cx="2616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Capa 4</a:t>
            </a:r>
          </a:p>
          <a:p>
            <a:pPr algn="ctr"/>
            <a:endParaRPr lang="en-US" dirty="0"/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2BD06FBC-C0E8-4A42-6BE5-0848FE2870BC}"/>
              </a:ext>
            </a:extLst>
          </p:cNvPr>
          <p:cNvCxnSpPr>
            <a:cxnSpLocks/>
          </p:cNvCxnSpPr>
          <p:nvPr/>
        </p:nvCxnSpPr>
        <p:spPr>
          <a:xfrm>
            <a:off x="10266630" y="932506"/>
            <a:ext cx="0" cy="4452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E4475BE-7856-A055-B783-904E6C338000}"/>
              </a:ext>
            </a:extLst>
          </p:cNvPr>
          <p:cNvSpPr txBox="1"/>
          <p:nvPr/>
        </p:nvSpPr>
        <p:spPr>
          <a:xfrm>
            <a:off x="10674035" y="970451"/>
            <a:ext cx="1276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,035mm</a:t>
            </a:r>
            <a:endParaRPr lang="en-US" dirty="0"/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90B0678B-0EDD-4E62-6BC6-254D79E4D984}"/>
              </a:ext>
            </a:extLst>
          </p:cNvPr>
          <p:cNvCxnSpPr>
            <a:cxnSpLocks/>
          </p:cNvCxnSpPr>
          <p:nvPr/>
        </p:nvCxnSpPr>
        <p:spPr>
          <a:xfrm>
            <a:off x="10266630" y="2461033"/>
            <a:ext cx="0" cy="4452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BB84522-D851-3DAE-25C3-090451CB1BAD}"/>
              </a:ext>
            </a:extLst>
          </p:cNvPr>
          <p:cNvSpPr txBox="1"/>
          <p:nvPr/>
        </p:nvSpPr>
        <p:spPr>
          <a:xfrm>
            <a:off x="10674034" y="2536924"/>
            <a:ext cx="1276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,017mm</a:t>
            </a:r>
            <a:endParaRPr lang="en-US" dirty="0"/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D96393E5-BEA3-641C-B4D0-10FD62DA9EE8}"/>
              </a:ext>
            </a:extLst>
          </p:cNvPr>
          <p:cNvCxnSpPr>
            <a:cxnSpLocks/>
          </p:cNvCxnSpPr>
          <p:nvPr/>
        </p:nvCxnSpPr>
        <p:spPr>
          <a:xfrm>
            <a:off x="10266630" y="3913669"/>
            <a:ext cx="0" cy="4452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1D2A0C6-ABF9-E54A-2B43-3AF59EA0A2E2}"/>
              </a:ext>
            </a:extLst>
          </p:cNvPr>
          <p:cNvSpPr txBox="1"/>
          <p:nvPr/>
        </p:nvSpPr>
        <p:spPr>
          <a:xfrm>
            <a:off x="10674034" y="4022401"/>
            <a:ext cx="1276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,017mm</a:t>
            </a:r>
            <a:endParaRPr lang="en-US" dirty="0"/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06E27C01-3B3C-2387-1272-57C144C07C48}"/>
              </a:ext>
            </a:extLst>
          </p:cNvPr>
          <p:cNvCxnSpPr>
            <a:cxnSpLocks/>
          </p:cNvCxnSpPr>
          <p:nvPr/>
        </p:nvCxnSpPr>
        <p:spPr>
          <a:xfrm>
            <a:off x="10266630" y="5450895"/>
            <a:ext cx="0" cy="4452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C456B7A-E7C7-CAC0-86DC-E9CBCCE56ED6}"/>
              </a:ext>
            </a:extLst>
          </p:cNvPr>
          <p:cNvSpPr txBox="1"/>
          <p:nvPr/>
        </p:nvSpPr>
        <p:spPr>
          <a:xfrm>
            <a:off x="10674034" y="5466208"/>
            <a:ext cx="1276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,035mm</a:t>
            </a:r>
            <a:endParaRPr lang="en-US" dirty="0"/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5388D16A-D371-E996-1734-9A6B4657AA1D}"/>
              </a:ext>
            </a:extLst>
          </p:cNvPr>
          <p:cNvCxnSpPr>
            <a:cxnSpLocks/>
          </p:cNvCxnSpPr>
          <p:nvPr/>
        </p:nvCxnSpPr>
        <p:spPr>
          <a:xfrm>
            <a:off x="949105" y="894560"/>
            <a:ext cx="0" cy="50015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11C360DE-D621-9F4C-2029-C676E941BDDE}"/>
              </a:ext>
            </a:extLst>
          </p:cNvPr>
          <p:cNvSpPr txBox="1"/>
          <p:nvPr/>
        </p:nvSpPr>
        <p:spPr>
          <a:xfrm>
            <a:off x="59981" y="2870264"/>
            <a:ext cx="1032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1,6mm</a:t>
            </a:r>
            <a:endParaRPr lang="en-US" dirty="0"/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5D904906-B474-237E-E23D-0CB9476C9A92}"/>
              </a:ext>
            </a:extLst>
          </p:cNvPr>
          <p:cNvCxnSpPr>
            <a:cxnSpLocks/>
          </p:cNvCxnSpPr>
          <p:nvPr/>
        </p:nvCxnSpPr>
        <p:spPr>
          <a:xfrm>
            <a:off x="1628115" y="1377729"/>
            <a:ext cx="0" cy="10833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3E1E41A-1FC4-1234-7BB8-34CD920FF376}"/>
              </a:ext>
            </a:extLst>
          </p:cNvPr>
          <p:cNvSpPr txBox="1"/>
          <p:nvPr/>
        </p:nvSpPr>
        <p:spPr>
          <a:xfrm>
            <a:off x="1946495" y="1729212"/>
            <a:ext cx="1458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0,21040mm</a:t>
            </a:r>
          </a:p>
          <a:p>
            <a:endParaRPr lang="en-US" dirty="0"/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E7D007B2-CF6D-D884-D58D-BEDC9B251607}"/>
              </a:ext>
            </a:extLst>
          </p:cNvPr>
          <p:cNvCxnSpPr>
            <a:cxnSpLocks/>
          </p:cNvCxnSpPr>
          <p:nvPr/>
        </p:nvCxnSpPr>
        <p:spPr>
          <a:xfrm>
            <a:off x="1628115" y="2939097"/>
            <a:ext cx="0" cy="10504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id="{CE334DBC-6A08-625F-F1E7-DF44A0A5DFCB}"/>
              </a:ext>
            </a:extLst>
          </p:cNvPr>
          <p:cNvSpPr txBox="1"/>
          <p:nvPr/>
        </p:nvSpPr>
        <p:spPr>
          <a:xfrm>
            <a:off x="1946494" y="3239596"/>
            <a:ext cx="1185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1,065mm</a:t>
            </a:r>
          </a:p>
          <a:p>
            <a:endParaRPr lang="en-US" dirty="0"/>
          </a:p>
        </p:txBody>
      </p: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A4D4B666-986A-3D82-5B62-9BD348AA11D9}"/>
              </a:ext>
            </a:extLst>
          </p:cNvPr>
          <p:cNvCxnSpPr>
            <a:cxnSpLocks/>
          </p:cNvCxnSpPr>
          <p:nvPr/>
        </p:nvCxnSpPr>
        <p:spPr>
          <a:xfrm>
            <a:off x="1628115" y="4437357"/>
            <a:ext cx="0" cy="10504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uadroTexto 38">
            <a:extLst>
              <a:ext uri="{FF2B5EF4-FFF2-40B4-BE49-F238E27FC236}">
                <a16:creationId xmlns:a16="http://schemas.microsoft.com/office/drawing/2014/main" id="{0B971131-E92A-6260-9EEA-BA3CBE5051FF}"/>
              </a:ext>
            </a:extLst>
          </p:cNvPr>
          <p:cNvSpPr txBox="1"/>
          <p:nvPr/>
        </p:nvSpPr>
        <p:spPr>
          <a:xfrm>
            <a:off x="4135921" y="256204"/>
            <a:ext cx="3920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4 CAPAS MICROSTRIP</a:t>
            </a:r>
            <a:endParaRPr lang="en-US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2F33A65-6EF6-C00F-3DAD-A77D8AC0D4D1}"/>
              </a:ext>
            </a:extLst>
          </p:cNvPr>
          <p:cNvSpPr txBox="1"/>
          <p:nvPr/>
        </p:nvSpPr>
        <p:spPr>
          <a:xfrm rot="16200000">
            <a:off x="711682" y="1675355"/>
            <a:ext cx="127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Dieléctrico</a:t>
            </a:r>
            <a:endParaRPr lang="en-U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749E16B-CC06-6C12-FDFD-02329D61B487}"/>
              </a:ext>
            </a:extLst>
          </p:cNvPr>
          <p:cNvSpPr txBox="1"/>
          <p:nvPr/>
        </p:nvSpPr>
        <p:spPr>
          <a:xfrm rot="16200000">
            <a:off x="721138" y="3244334"/>
            <a:ext cx="127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Dieléctrico</a:t>
            </a:r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1093BD5-4D88-1BE5-12F9-5D552B531975}"/>
              </a:ext>
            </a:extLst>
          </p:cNvPr>
          <p:cNvSpPr txBox="1"/>
          <p:nvPr/>
        </p:nvSpPr>
        <p:spPr>
          <a:xfrm rot="16200000">
            <a:off x="711681" y="4777921"/>
            <a:ext cx="127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Dieléctrico</a:t>
            </a:r>
            <a:endParaRPr lang="en-U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F3688C0-95AD-4C58-231E-12A33023A66E}"/>
              </a:ext>
            </a:extLst>
          </p:cNvPr>
          <p:cNvSpPr txBox="1"/>
          <p:nvPr/>
        </p:nvSpPr>
        <p:spPr>
          <a:xfrm>
            <a:off x="1946495" y="4720606"/>
            <a:ext cx="1458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0,21040mm</a:t>
            </a:r>
          </a:p>
          <a:p>
            <a:endParaRPr lang="en-US" dirty="0"/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297D0024-BF29-664F-43F6-B8FDDB4EAFD7}"/>
              </a:ext>
            </a:extLst>
          </p:cNvPr>
          <p:cNvCxnSpPr>
            <a:cxnSpLocks/>
          </p:cNvCxnSpPr>
          <p:nvPr/>
        </p:nvCxnSpPr>
        <p:spPr>
          <a:xfrm>
            <a:off x="4201498" y="1415674"/>
            <a:ext cx="0" cy="24979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378A32A-3B95-23C8-3AB9-4D06EDB27C20}"/>
              </a:ext>
            </a:extLst>
          </p:cNvPr>
          <p:cNvSpPr txBox="1"/>
          <p:nvPr/>
        </p:nvSpPr>
        <p:spPr>
          <a:xfrm>
            <a:off x="4267827" y="2982999"/>
            <a:ext cx="1693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/>
              <a:t>1,2924mm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724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FF673F6-1B8A-8C2B-7145-F245E7F74E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31" t="3047" r="5066" b="3746"/>
          <a:stretch>
            <a:fillRect/>
          </a:stretch>
        </p:blipFill>
        <p:spPr>
          <a:xfrm>
            <a:off x="923110" y="296092"/>
            <a:ext cx="9884228" cy="639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695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76136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</TotalTime>
  <Words>171</Words>
  <Application>Microsoft Office PowerPoint</Application>
  <PresentationFormat>Panorámica</PresentationFormat>
  <Paragraphs>25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inherit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Diego Valdes De la fuente</dc:creator>
  <cp:lastModifiedBy>Diego Valdes De la fuente</cp:lastModifiedBy>
  <cp:revision>3</cp:revision>
  <dcterms:created xsi:type="dcterms:W3CDTF">2025-06-16T20:23:54Z</dcterms:created>
  <dcterms:modified xsi:type="dcterms:W3CDTF">2025-06-18T00:00:59Z</dcterms:modified>
</cp:coreProperties>
</file>